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</ns0:sldIdLst>
  <ns0:sldSz cx="12191695" cy="6858000"/>
  <ns0:notesSz cx="6858000" cy="12191695"/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10" Type="http://schemas.openxmlformats.org/officeDocument/2006/relationships/presProps" Target="presProps.xml" /><ns0:Relationship Id="rId11" Type="http://schemas.openxmlformats.org/officeDocument/2006/relationships/viewProps" Target="viewProps.xml" /><ns0:Relationship Id="rId12" Type="http://schemas.openxmlformats.org/officeDocument/2006/relationships/theme" Target="theme/theme1.xml" /><ns0:Relationship Id="rId13" Type="http://schemas.openxmlformats.org/officeDocument/2006/relationships/tableStyles" Target="tableStyles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8890">
            <a:solidFill>
              <a:srgbClr val="E2E2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6539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OF RENT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C5C5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C5C5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41655" cy="441655"/>
          </a:xfrm>
          <a:prstGeom prst="roundRect">
            <a:avLst>
              <a:gd name="adj" fmla="val 16563"/>
            </a:avLst>
          </a:prstGeom>
          <a:solidFill>
            <a:srgbClr val="FF4A1C"/>
          </a:solidFill>
          <a:ln w="12700">
            <a:solidFill>
              <a:srgbClr val="FF4A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6175" y="518410"/>
            <a:ext cx="150163" cy="203161"/>
          </a:xfrm>
          <a:prstGeom prst="rect">
            <a:avLst/>
          </a:prstGeom>
          <a:solidFill>
            <a:srgbClr val="FF4A1C">
              <a:alpha val="0"/>
            </a:srgbClr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7091" y="597908"/>
            <a:ext cx="8391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83339" y="655323"/>
            <a:ext cx="123663" cy="123663"/>
          </a:xfrm>
          <a:prstGeom prst="ellipse">
            <a:avLst/>
          </a:prstGeom>
          <a:solidFill>
            <a:srgbClr val="FF4A1C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838" y="717155"/>
            <a:ext cx="24291" cy="24291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34129" y="741446"/>
            <a:ext cx="44166" cy="-57415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 txBox="1"/>
          <p:nvPr/>
        </p:nvSpPr>
        <p:spPr>
          <a:xfrm>
            <a:off x="1145743" y="438912"/>
            <a:ext cx="21945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of Rent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PITCH · POLAND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27632"/>
            <a:ext cx="6766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rent history.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proof.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858768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protected deposit that becomes a portable trust passport.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3504" y="4901184"/>
            <a:ext cx="1170432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91032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01952" y="4901184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11680" y="4910328"/>
            <a:ext cx="83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81528" y="4901184"/>
            <a:ext cx="129844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91256" y="4910328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ON-CHAIN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118750" y="2042770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200000">
            <a:off x="10038128" y="2500000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400000">
            <a:off x="9805986" y="2902082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3600000">
            <a:off x="9450324" y="3200518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4800000">
            <a:off x="9014040" y="3359313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6000000">
            <a:off x="8549756" y="3359313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7200000">
            <a:off x="8113471" y="3200518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8400000">
            <a:off x="7757809" y="2902082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9600000">
            <a:off x="7525667" y="2500000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7445045" y="2042770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2000000">
            <a:off x="7525667" y="1585539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3200000">
            <a:off x="7757809" y="1183457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4400000">
            <a:off x="8113471" y="885021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5600000">
            <a:off x="8549756" y="726227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6800000">
            <a:off x="9014040" y="726227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8000000">
            <a:off x="9450324" y="885021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9200000">
            <a:off x="9805986" y="1183457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0400000">
            <a:off x="10038128" y="1585539"/>
            <a:ext cx="1730045" cy="1730045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21217" y="2082089"/>
            <a:ext cx="1651406" cy="1651406"/>
          </a:xfrm>
          <a:prstGeom prst="ellipse">
            <a:avLst/>
          </a:prstGeom>
          <a:solidFill>
            <a:srgbClr val="F6F6F3">
              <a:alpha val="0"/>
            </a:srgbClr>
          </a:solidFill>
          <a:ln w="12700">
            <a:solidFill>
              <a:srgbClr val="FF4A1C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1947672"/>
            <a:ext cx="2999232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84464" y="22219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PASSPORT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261518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of 2</a:t>
            </a:r>
            <a:endParaRPr lang="en-US" sz="2800" dirty="0"/>
          </a:p>
        </p:txBody>
      </p:sp>
      <p:sp>
        <p:nvSpPr>
          <p:cNvPr id="40" name="Text 38"/>
          <p:cNvSpPr txBox="1"/>
          <p:nvPr/>
        </p:nvSpPr>
        <p:spPr>
          <a:xfrm>
            <a:off x="8284464" y="309981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deposits returned in full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131552" y="2514600"/>
            <a:ext cx="502920" cy="502920"/>
          </a:xfrm>
          <a:prstGeom prst="ellipse">
            <a:avLst/>
          </a:prstGeom>
          <a:solidFill>
            <a:srgbClr val="FF4A1C"/>
          </a:solidFill>
          <a:ln w="12700">
            <a:solidFill>
              <a:srgbClr val="FF4A1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131552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C5C5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foreign renters, “new country” often means “no trust.”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75104"/>
            <a:ext cx="3218688" cy="313639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2221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53512" y="2176272"/>
            <a:ext cx="530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9718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368503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Polish rental or credit history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96512" y="1975104"/>
            <a:ext cx="3218688" cy="313639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52544" y="2221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55664" y="2176272"/>
            <a:ext cx="530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352544" y="29718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 deposit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4352544" y="368503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is priced into the kaucja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98664" y="1975104"/>
            <a:ext cx="3218688" cy="313639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54696" y="2221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957816" y="2176272"/>
            <a:ext cx="530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854696" y="29718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ignored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7854696" y="368503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bank statements are unreadable or unverifiable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63270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resets at the border.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7525512" y="5888736"/>
            <a:ext cx="3401568" cy="0"/>
          </a:xfrm>
          <a:prstGeom prst="line">
            <a:avLst/>
          </a:prstGeom>
          <a:noFill/>
          <a:ln w="27940">
            <a:solidFill>
              <a:srgbClr val="FF4A1C"/>
            </a:solidFill>
            <a:prstDash val="solid"/>
            <a:headEnd type="none"/>
            <a:tailEnd type="non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C5C5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BROKEN TRUST LOOP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698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deposit protects the landlord — until it traps the tenant.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93392"/>
            <a:ext cx="4828032" cy="3255264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993392"/>
            <a:ext cx="4828032" cy="3255264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3042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LANDLORD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770632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don’t know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 can trust you.”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1696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higher deposit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more rejection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68312" y="23042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068312" y="2770632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do I get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deposit back?”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068312" y="416966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weak leverage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court is slow and expensive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68112" y="3502152"/>
            <a:ext cx="1234440" cy="0"/>
          </a:xfrm>
          <a:prstGeom prst="line">
            <a:avLst/>
          </a:prstGeom>
          <a:noFill/>
          <a:ln w="30480">
            <a:solidFill>
              <a:srgbClr val="FF4A1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20840" y="3931920"/>
            <a:ext cx="-1234440" cy="0"/>
          </a:xfrm>
          <a:prstGeom prst="line">
            <a:avLst/>
          </a:prstGeom>
          <a:noFill/>
          <a:ln w="30480">
            <a:solidFill>
              <a:srgbClr val="FF4A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188720" y="570585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must not become another party users have to trust.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C5C5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deposit. Two protections. A record that travels.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084832"/>
            <a:ext cx="3090672" cy="3035808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3225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71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529584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 enters a smart-contract escrow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3602736"/>
            <a:ext cx="384048" cy="0"/>
          </a:xfrm>
          <a:prstGeom prst="line">
            <a:avLst/>
          </a:prstGeom>
          <a:noFill/>
          <a:ln w="30480">
            <a:solidFill>
              <a:srgbClr val="FF4A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2084832"/>
            <a:ext cx="3090672" cy="3035808"/>
          </a:xfrm>
          <a:prstGeom prst="roundRect">
            <a:avLst>
              <a:gd name="adj" fmla="val 3012"/>
            </a:avLst>
          </a:prstGeom>
          <a:solidFill>
            <a:srgbClr val="ECECE7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704" y="23225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871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3529584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Returned, split, or resolved by an arbiter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34072" y="3602736"/>
            <a:ext cx="384048" cy="0"/>
          </a:xfrm>
          <a:prstGeom prst="line">
            <a:avLst/>
          </a:prstGeom>
          <a:noFill/>
          <a:ln w="30480">
            <a:solidFill>
              <a:srgbClr val="FF4A1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45552" y="2084832"/>
            <a:ext cx="3090672" cy="3035808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83296" y="232257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83296" y="2871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083296" y="3529584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becomes a portable rent passport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632704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custody by us. No editable PDF. No private banking documents.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C5C5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TRUST PASSPORT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universal signal — without exposing private documents.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12648" y="1856232"/>
            <a:ext cx="6537960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854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PASSPORT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94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renter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26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Publicly verifiable on Solana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0332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of 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279392"/>
            <a:ext cx="1536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 back in full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88336" y="3721608"/>
            <a:ext cx="0" cy="950976"/>
          </a:xfrm>
          <a:prstGeom prst="line">
            <a:avLst/>
          </a:prstGeom>
          <a:noFill/>
          <a:ln w="10160">
            <a:solidFill>
              <a:srgbClr val="E2E2D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2916936" y="370332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916936" y="4279392"/>
            <a:ext cx="1536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leases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3721608"/>
            <a:ext cx="0" cy="950976"/>
          </a:xfrm>
          <a:prstGeom prst="line">
            <a:avLst/>
          </a:prstGeom>
          <a:noFill/>
          <a:ln w="10160">
            <a:solidFill>
              <a:srgbClr val="E2E2D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4873752" y="370332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873752" y="4279392"/>
            <a:ext cx="1536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Months on record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33872" y="2386584"/>
            <a:ext cx="786384" cy="786384"/>
          </a:xfrm>
          <a:prstGeom prst="ellipse">
            <a:avLst/>
          </a:prstGeom>
          <a:solidFill>
            <a:srgbClr val="FF4A1C"/>
          </a:solidFill>
          <a:ln w="12700">
            <a:solidFill>
              <a:srgbClr val="FF4A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33872" y="2395728"/>
            <a:ext cx="786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19019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402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 cannot be rewritten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26680" y="2889504"/>
            <a:ext cx="3429000" cy="0"/>
          </a:xfrm>
          <a:prstGeom prst="line">
            <a:avLst/>
          </a:prstGeom>
          <a:noFill/>
          <a:ln w="10160">
            <a:solidFill>
              <a:srgbClr val="E2E2DC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7726680" y="31181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34564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across landlords and borders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26680" y="4105656"/>
            <a:ext cx="3429000" cy="0"/>
          </a:xfrm>
          <a:prstGeom prst="line">
            <a:avLst/>
          </a:prstGeom>
          <a:noFill/>
          <a:ln w="10160">
            <a:solidFill>
              <a:srgbClr val="E2E2DC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7726680" y="43342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BY DESIGN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467258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summary, no bank statement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C5C5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BLOCKCHAIN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blockchain is the neutral third party.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7452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16152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Funds follow contract rules — not platform discretion.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587752"/>
            <a:ext cx="6949440" cy="0"/>
          </a:xfrm>
          <a:prstGeom prst="line">
            <a:avLst/>
          </a:prstGeom>
          <a:noFill/>
          <a:ln w="10160">
            <a:solidFill>
              <a:srgbClr val="E2E2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 txBox="1"/>
          <p:nvPr/>
        </p:nvSpPr>
        <p:spPr>
          <a:xfrm>
            <a:off x="658368" y="295351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216152" y="2953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953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outcomes are independently verifiable.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666744"/>
            <a:ext cx="6949440" cy="0"/>
          </a:xfrm>
          <a:prstGeom prst="line">
            <a:avLst/>
          </a:prstGeom>
          <a:noFill/>
          <a:ln w="10160">
            <a:solidFill>
              <a:srgbClr val="E2E2D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658368" y="403250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16152" y="4032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40325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passport survives any company or database.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4745736"/>
            <a:ext cx="6949440" cy="0"/>
          </a:xfrm>
          <a:prstGeom prst="line">
            <a:avLst/>
          </a:prstGeom>
          <a:noFill/>
          <a:ln w="10160">
            <a:solidFill>
              <a:srgbClr val="E2E2DC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046720" y="1636776"/>
            <a:ext cx="3502152" cy="3593592"/>
          </a:xfrm>
          <a:prstGeom prst="roundRect">
            <a:avLst>
              <a:gd name="adj" fmla="val 2611"/>
            </a:avLst>
          </a:prstGeom>
          <a:solidFill>
            <a:srgbClr val="111111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48472" y="1956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4A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MVP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24505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 + Solana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3172968"/>
            <a:ext cx="2743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5D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smart-contract deposit escrow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5D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tenant + landlord flow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5D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settlement / dispute path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5D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 rent passport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57616" y="4654296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242421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4663440"/>
            <a:ext cx="832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DEVNET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596128"/>
            <a:ext cx="10561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statements prove payments.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of Rent proves how the lease ended.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C5C5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5637" y="2160727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814077" y="2623274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400000">
            <a:off x="9579236" y="3030032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3600000">
            <a:off x="9219438" y="3331938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4800000">
            <a:off x="8778081" y="3492579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000000">
            <a:off x="8308398" y="3492579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7200000">
            <a:off x="7867040" y="3331938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400000">
            <a:off x="7507243" y="3030032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9600000">
            <a:off x="7272401" y="2623274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7190842" y="2160727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2000000">
            <a:off x="7272401" y="1698180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3200000">
            <a:off x="7507243" y="1291423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4400000">
            <a:off x="7867040" y="989517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5600000">
            <a:off x="8308398" y="828876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6800000">
            <a:off x="8778081" y="828876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8000000">
            <a:off x="9219438" y="989517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9200000">
            <a:off x="9579236" y="1291423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0400000">
            <a:off x="9814077" y="1698180"/>
            <a:ext cx="1750162" cy="1750162"/>
          </a:xfrm>
          <a:prstGeom prst="ellipse">
            <a:avLst/>
          </a:prstGeom>
          <a:solidFill>
            <a:srgbClr val="F6F6F3">
              <a:alpha val="0"/>
            </a:srgbClr>
          </a:solidFill>
          <a:ln w="889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83016" y="2200504"/>
            <a:ext cx="1670609" cy="1670609"/>
          </a:xfrm>
          <a:prstGeom prst="ellipse">
            <a:avLst/>
          </a:prstGeom>
          <a:solidFill>
            <a:srgbClr val="F6F6F3">
              <a:alpha val="0"/>
            </a:srgbClr>
          </a:solidFill>
          <a:ln w="12700">
            <a:solidFill>
              <a:srgbClr val="FF4A1C">
                <a:alpha val="38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30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1024128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asking renters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start from zero.</a:t>
            </a:r>
            <a:endParaRPr lang="en-US" sz="4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2907792"/>
            <a:ext cx="585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deposit today.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C23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trust for the next lease.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7909560" y="2002536"/>
            <a:ext cx="3063240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11312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RENT HISTORY.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02168" y="2816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proof.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8211312" y="3584448"/>
            <a:ext cx="2121408" cy="0"/>
          </a:xfrm>
          <a:prstGeom prst="line">
            <a:avLst/>
          </a:prstGeom>
          <a:noFill/>
          <a:ln w="26670">
            <a:solidFill>
              <a:srgbClr val="FF4A1C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594360" y="4800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of Rent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" y="52852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C5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renters in Poland.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802368" y="5138928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FF4A1C"/>
          </a:solidFill>
          <a:ln w="10160">
            <a:solidFill>
              <a:srgbClr val="E2E2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12096" y="5148072"/>
            <a:ext cx="740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C5C5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Proof of Rent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Rent — Your rent history. Your proof.</dc:title>
  <dc:subject>Hackathon pitch — renter trust and deposit escrow in Poland</dc:subject>
  <dc:creator>Proof of Rent</dc:creator>
  <cp:lastModifiedBy>Proof of Rent</cp:lastModifiedBy>
  <cp:revision>1</cp:revision>
  <dcterms:created xsi:type="dcterms:W3CDTF">2026-09-27T12:25:33Z</dcterms:created>
  <dcterms:modified xsi:type="dcterms:W3CDTF">2026-09-27T12:25:33Z</dcterms:modified>
</cp:coreProperties>
</file>